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7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57358-10D9-930F-A2D4-FA681830C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8B850-4FA5-70C6-5747-A7F7E14D0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DCBDE-3368-9821-1BA8-8873329E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E5B34-AC8B-2279-7384-9713340B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5E85B-D1DC-364D-2AC0-8F99D8536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485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FC80D-517F-630B-1DA2-C6CC4D91C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32119-7468-3F48-E41B-62D290A9F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B6485-FF2F-2A36-1EAE-B944B203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531B6-7F49-750E-0F74-72A01553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6F561-0905-0C12-38D4-A59F603D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29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9914-4E0C-9B9F-A49E-4A7FF847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14836-5FEF-EA1F-E7C4-307EB7F89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638B5-B71F-0812-AF80-A440714ED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B5812-060B-A007-F5B1-527D4F30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D64BA-4A66-4D50-5105-DE6FFCF5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77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F03A-2E5B-5358-C2B5-0167B0580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C2280-D29D-0F59-EAFB-B6BFB5C9F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B405C-C046-B229-5EA3-110243E36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F8D4A-3412-FF63-0F1D-4A1887F2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388A3-D7A3-3D40-D5F7-F65B16E4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CF546-6992-5BBD-0412-99C3617A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17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FA1F-B430-53FC-9EDD-15C303F0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4E97B-4E58-AAB9-DF73-44CE58EBD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93740-4DDC-36DF-73BA-A6BE4223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6B9601-56E5-877E-02E3-B7491C1A2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51CF2-E73C-4E8B-DACB-1F41F0E3EE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3F6E1D-37D8-B6E8-326A-4025BC231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2CF06C-13FD-9BD9-BACF-400BF8BD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EC3F4-339F-95A7-F3F6-459668F4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6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AF27-29CA-2176-A073-E7D8AD90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D3378-CAED-F714-452D-AF51B2E80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DCB22-51AE-0DE9-10F9-887352A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B4FDD-E8F1-CD20-88E3-F6D86DE0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0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E5DA0-27E6-9E78-1B52-B9ACEF41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47FA2-F701-361F-F41A-EAD141C74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CC4F3-0589-274F-E579-566A8A964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27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730C-8640-860D-CECE-32272E6A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C33B5-350F-D3B7-E908-50E9F9A2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23B5D-7724-A7B0-0518-FF766035A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BD47A-B6F9-FA0B-84A2-F91BE2091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C7A88-CFCC-BFB2-DC85-26EBDCB5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2DDF6-AD80-9B69-B265-440821E7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2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1CA4-60CC-F374-3406-CCCAD407B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BC905F-D4CC-1DAA-C5B9-0AC7B831F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78847-4E2B-A888-BCA4-8DFD15657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17783-E093-4012-386F-CED17135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15E53-6ABB-C070-0395-2A3AE7476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0689C-D1DD-FF89-0B11-0C68815D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06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C818-C9F8-715F-4237-77374E7B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D9C96-2F26-86C8-5695-6EA1AAD84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EEB47-912B-7BD4-A8CC-28A619D1F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80619-4EFB-1700-3126-7181DA99F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C0F61-429A-A65C-CE8C-07425CF4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22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2DD22-EB1F-261A-6973-56FCC423B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49006-8971-E1CC-9F30-3ED418088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0527B-A9B9-1DDB-FCD0-69019173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7388-6657-BC4B-E293-54EA8A0CD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2A813-9F06-7B74-A55D-A414BA7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50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E43CC-84FA-6648-199C-0D5E95CB9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E011C-B9D7-FAF5-CC0B-BAAC35050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53755-781D-1D4A-3FDC-586C672F5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BF07A-B9D5-42CB-BA8C-13206814BF2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3F82D-EEF2-C5A1-21CE-C5F36BDDC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2E618-721A-C0D8-B8CB-647412149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4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27105BC7-E5FD-1494-14DC-7A1CC82EDA7D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CBE012AB-0A2A-DFC8-F915-77D67F271919}"/>
              </a:ext>
            </a:extLst>
          </p:cNvPr>
          <p:cNvSpPr/>
          <p:nvPr/>
        </p:nvSpPr>
        <p:spPr>
          <a:xfrm>
            <a:off x="106133" y="12250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F05F0C52-3E86-7C3C-8B74-8E8BE71E2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969" y="345617"/>
            <a:ext cx="1121229" cy="1121229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0E5292AB-E63A-8DF8-A890-E2CA78282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199" y="2027463"/>
            <a:ext cx="1121229" cy="1121229"/>
          </a:xfrm>
          <a:prstGeom prst="rect">
            <a:avLst/>
          </a:prstGeom>
        </p:spPr>
      </p:pic>
      <p:pic>
        <p:nvPicPr>
          <p:cNvPr id="12" name="Graphic 11" descr="Badge 3 with solid fill">
            <a:extLst>
              <a:ext uri="{FF2B5EF4-FFF2-40B4-BE49-F238E27FC236}">
                <a16:creationId xmlns:a16="http://schemas.microsoft.com/office/drawing/2014/main" id="{BA9984E9-2FA7-E96C-CD09-5DE6080A41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0341" y="3709309"/>
            <a:ext cx="1121229" cy="1121229"/>
          </a:xfrm>
          <a:prstGeom prst="rect">
            <a:avLst/>
          </a:prstGeom>
        </p:spPr>
      </p:pic>
      <p:pic>
        <p:nvPicPr>
          <p:cNvPr id="14" name="Graphic 13" descr="Badge 4 with solid fill">
            <a:extLst>
              <a:ext uri="{FF2B5EF4-FFF2-40B4-BE49-F238E27FC236}">
                <a16:creationId xmlns:a16="http://schemas.microsoft.com/office/drawing/2014/main" id="{07915BFC-B805-0D49-8F52-597BEEAC5B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170" y="4754337"/>
            <a:ext cx="1045029" cy="10450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B766434-D7D0-F2C2-7850-972A6C08A9D3}"/>
              </a:ext>
            </a:extLst>
          </p:cNvPr>
          <p:cNvSpPr txBox="1"/>
          <p:nvPr/>
        </p:nvSpPr>
        <p:spPr>
          <a:xfrm>
            <a:off x="4816930" y="2363862"/>
            <a:ext cx="7375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Netflix is known for its work in data science, AI, and ML, particularly for building strong recommendation models and algorithms that understand customer behavior and patterns.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F8C130-2BD6-3744-879C-17C107475B39}"/>
              </a:ext>
            </a:extLst>
          </p:cNvPr>
          <p:cNvSpPr txBox="1"/>
          <p:nvPr/>
        </p:nvSpPr>
        <p:spPr>
          <a:xfrm>
            <a:off x="4855028" y="1929279"/>
            <a:ext cx="5987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Description</a:t>
            </a:r>
            <a:endParaRPr lang="en-IN" sz="3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9A8D32-585D-2C58-B544-2A16921765BB}"/>
              </a:ext>
            </a:extLst>
          </p:cNvPr>
          <p:cNvSpPr txBox="1"/>
          <p:nvPr/>
        </p:nvSpPr>
        <p:spPr>
          <a:xfrm>
            <a:off x="3374572" y="4368105"/>
            <a:ext cx="86432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Programming language </a:t>
            </a:r>
            <a:r>
              <a:rPr lang="en-GB" sz="2400" dirty="0"/>
              <a:t>: Python</a:t>
            </a:r>
          </a:p>
          <a:p>
            <a:r>
              <a:rPr lang="en-GB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Libraries </a:t>
            </a:r>
            <a:r>
              <a:rPr lang="en-GB" sz="2400" dirty="0"/>
              <a:t>: Pandas , NumPy , Matplotlib , Seaborn </a:t>
            </a:r>
          </a:p>
          <a:p>
            <a:r>
              <a:rPr lang="en-GB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Concept Applied </a:t>
            </a:r>
            <a:r>
              <a:rPr lang="en-GB" sz="2400" dirty="0"/>
              <a:t>: Data Cleaning , Exploratory Data  Analysis(EDA) , Data Visualization</a:t>
            </a:r>
          </a:p>
          <a:p>
            <a:r>
              <a:rPr lang="en-GB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Tools </a:t>
            </a:r>
            <a:r>
              <a:rPr lang="en-GB" sz="2400" dirty="0"/>
              <a:t>: Jupyter Notebook</a:t>
            </a:r>
            <a:endParaRPr lang="en-IN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0AE142-3534-6332-E574-A9ED5BEF01E7}"/>
              </a:ext>
            </a:extLst>
          </p:cNvPr>
          <p:cNvSpPr txBox="1"/>
          <p:nvPr/>
        </p:nvSpPr>
        <p:spPr>
          <a:xfrm>
            <a:off x="3810000" y="566057"/>
            <a:ext cx="5410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Project Title</a:t>
            </a:r>
          </a:p>
          <a:p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6A5E66-4D72-5566-D935-A81BEAB2B562}"/>
              </a:ext>
            </a:extLst>
          </p:cNvPr>
          <p:cNvSpPr txBox="1"/>
          <p:nvPr/>
        </p:nvSpPr>
        <p:spPr>
          <a:xfrm>
            <a:off x="4384222" y="1067505"/>
            <a:ext cx="4811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Netflix Data Analysis Using Python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38711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0EF28-209B-01A0-2C7D-1D091A83C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2506571D-536A-1559-4DDD-A6178A79C01A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67EF1C9C-DA4B-70FD-732C-3ADF1078D9FD}"/>
              </a:ext>
            </a:extLst>
          </p:cNvPr>
          <p:cNvSpPr/>
          <p:nvPr/>
        </p:nvSpPr>
        <p:spPr>
          <a:xfrm>
            <a:off x="1344384" y="1413783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8776E501-87CA-BFEE-265E-32A53050B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70" y="982435"/>
            <a:ext cx="1121229" cy="1121229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1DD92242-96C3-4039-9CA6-4736A888A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7220" y="1720622"/>
            <a:ext cx="1121229" cy="1121229"/>
          </a:xfrm>
          <a:prstGeom prst="rect">
            <a:avLst/>
          </a:prstGeom>
        </p:spPr>
      </p:pic>
      <p:pic>
        <p:nvPicPr>
          <p:cNvPr id="12" name="Graphic 11" descr="Badge 3 with solid fill">
            <a:extLst>
              <a:ext uri="{FF2B5EF4-FFF2-40B4-BE49-F238E27FC236}">
                <a16:creationId xmlns:a16="http://schemas.microsoft.com/office/drawing/2014/main" id="{E1BC4C21-96EB-A937-679B-FB212B57CF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0341" y="3709309"/>
            <a:ext cx="1121229" cy="1121229"/>
          </a:xfrm>
          <a:prstGeom prst="rect">
            <a:avLst/>
          </a:prstGeom>
        </p:spPr>
      </p:pic>
      <p:pic>
        <p:nvPicPr>
          <p:cNvPr id="14" name="Graphic 13" descr="Badge 4 with solid fill">
            <a:extLst>
              <a:ext uri="{FF2B5EF4-FFF2-40B4-BE49-F238E27FC236}">
                <a16:creationId xmlns:a16="http://schemas.microsoft.com/office/drawing/2014/main" id="{D5C48A24-B039-9847-926D-531B04D0A7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170" y="4754337"/>
            <a:ext cx="1045029" cy="10450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02EBB2-2B8A-F3AB-1F3B-0AE25286F2C7}"/>
              </a:ext>
            </a:extLst>
          </p:cNvPr>
          <p:cNvSpPr txBox="1"/>
          <p:nvPr/>
        </p:nvSpPr>
        <p:spPr>
          <a:xfrm>
            <a:off x="4120245" y="443826"/>
            <a:ext cx="67273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most frequent Genera in the Database </a:t>
            </a:r>
            <a:endParaRPr lang="en-IN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32630-7EC5-75FC-7885-6CF3BB12F6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3428" y="1623605"/>
            <a:ext cx="7964312" cy="461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993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7BECC-EC70-3422-242A-439A6797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5A2DE028-A50B-DF6A-C0D9-3FE5C20D247A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F8BE93D7-C5FB-7436-B06A-9AA5B8C1DB17}"/>
              </a:ext>
            </a:extLst>
          </p:cNvPr>
          <p:cNvSpPr/>
          <p:nvPr/>
        </p:nvSpPr>
        <p:spPr>
          <a:xfrm>
            <a:off x="1613805" y="3441586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F5707ABB-7EE8-97D0-45B0-06346C03B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70" y="982435"/>
            <a:ext cx="1121229" cy="1121229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B9EE8AB6-0A54-6023-E25A-C2ED69455D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199" y="2027463"/>
            <a:ext cx="1121229" cy="1121229"/>
          </a:xfrm>
          <a:prstGeom prst="rect">
            <a:avLst/>
          </a:prstGeom>
        </p:spPr>
      </p:pic>
      <p:pic>
        <p:nvPicPr>
          <p:cNvPr id="12" name="Graphic 11" descr="Badge 3 with solid fill">
            <a:extLst>
              <a:ext uri="{FF2B5EF4-FFF2-40B4-BE49-F238E27FC236}">
                <a16:creationId xmlns:a16="http://schemas.microsoft.com/office/drawing/2014/main" id="{2E28DEE7-DCFE-A91D-86B7-5044C333CE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86642" y="3748426"/>
            <a:ext cx="1121229" cy="1121229"/>
          </a:xfrm>
          <a:prstGeom prst="rect">
            <a:avLst/>
          </a:prstGeom>
        </p:spPr>
      </p:pic>
      <p:pic>
        <p:nvPicPr>
          <p:cNvPr id="14" name="Graphic 13" descr="Badge 4 with solid fill">
            <a:extLst>
              <a:ext uri="{FF2B5EF4-FFF2-40B4-BE49-F238E27FC236}">
                <a16:creationId xmlns:a16="http://schemas.microsoft.com/office/drawing/2014/main" id="{37C715D2-2C0C-E122-68CE-1F09B25D4B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170" y="4754337"/>
            <a:ext cx="1045029" cy="1045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447E90-6982-8EE1-25FA-20B95F05CC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0707" y="1957571"/>
            <a:ext cx="8512278" cy="3581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AA0579-2924-F018-54C0-2198016F1CED}"/>
              </a:ext>
            </a:extLst>
          </p:cNvPr>
          <p:cNvSpPr txBox="1"/>
          <p:nvPr/>
        </p:nvSpPr>
        <p:spPr>
          <a:xfrm>
            <a:off x="3480707" y="778328"/>
            <a:ext cx="7532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Count of movies release each year</a:t>
            </a:r>
            <a:endParaRPr lang="en-IN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2367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6AD84-A4D2-98F9-1BA9-01747F484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5CD6D6A2-AEC2-6245-605B-FA8C844967C4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2EB62F4F-7A9A-6FD1-431F-75EF37879277}"/>
              </a:ext>
            </a:extLst>
          </p:cNvPr>
          <p:cNvSpPr/>
          <p:nvPr/>
        </p:nvSpPr>
        <p:spPr>
          <a:xfrm>
            <a:off x="364668" y="4942798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52B5E15C-9761-7EF3-345B-2EEED2A07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606" y="542923"/>
            <a:ext cx="1121229" cy="1121229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CDCAD7CC-0BDF-99C2-22A3-B88C99D4C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199" y="2027463"/>
            <a:ext cx="1121229" cy="1121229"/>
          </a:xfrm>
          <a:prstGeom prst="rect">
            <a:avLst/>
          </a:prstGeom>
        </p:spPr>
      </p:pic>
      <p:pic>
        <p:nvPicPr>
          <p:cNvPr id="12" name="Graphic 11" descr="Badge 3 with solid fill">
            <a:extLst>
              <a:ext uri="{FF2B5EF4-FFF2-40B4-BE49-F238E27FC236}">
                <a16:creationId xmlns:a16="http://schemas.microsoft.com/office/drawing/2014/main" id="{41DBD4BB-AD6A-D677-B624-1C95ED9FB0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0341" y="3709309"/>
            <a:ext cx="1121229" cy="1121229"/>
          </a:xfrm>
          <a:prstGeom prst="rect">
            <a:avLst/>
          </a:prstGeom>
        </p:spPr>
      </p:pic>
      <p:pic>
        <p:nvPicPr>
          <p:cNvPr id="14" name="Graphic 13" descr="Badge 4 with solid fill">
            <a:extLst>
              <a:ext uri="{FF2B5EF4-FFF2-40B4-BE49-F238E27FC236}">
                <a16:creationId xmlns:a16="http://schemas.microsoft.com/office/drawing/2014/main" id="{3EA48D20-CDB4-5619-9008-202119ED3F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604" y="5287737"/>
            <a:ext cx="1045029" cy="1045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8D6539-D40A-8E79-2A62-276295E184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9400" y="2027463"/>
            <a:ext cx="9112987" cy="3617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0F9E15-B5B5-DC2A-5C3A-4E93C2593FE6}"/>
              </a:ext>
            </a:extLst>
          </p:cNvPr>
          <p:cNvSpPr txBox="1"/>
          <p:nvPr/>
        </p:nvSpPr>
        <p:spPr>
          <a:xfrm>
            <a:off x="3102429" y="542923"/>
            <a:ext cx="7445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Genre and their highest vote</a:t>
            </a:r>
            <a:endParaRPr lang="en-IN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600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89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sheikh</dc:creator>
  <cp:lastModifiedBy>sana sheikh</cp:lastModifiedBy>
  <cp:revision>1</cp:revision>
  <dcterms:created xsi:type="dcterms:W3CDTF">2025-11-06T08:16:13Z</dcterms:created>
  <dcterms:modified xsi:type="dcterms:W3CDTF">2025-11-06T09:33:32Z</dcterms:modified>
</cp:coreProperties>
</file>